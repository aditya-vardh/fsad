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9"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0T08:19:46.341"/>
    </inkml:context>
    <inkml:brush xml:id="br0">
      <inkml:brushProperty name="width" value="0.05" units="cm"/>
      <inkml:brushProperty name="height" value="0.3" units="cm"/>
      <inkml:brushProperty name="color" value="#FFFFFF"/>
      <inkml:brushProperty name="ignorePressure" value="1"/>
      <inkml:brushProperty name="inkEffects" value="pencil"/>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0T08:19:47.466"/>
    </inkml:context>
    <inkml:brush xml:id="br0">
      <inkml:brushProperty name="width" value="0.05" units="cm"/>
      <inkml:brushProperty name="height" value="0.3" units="cm"/>
      <inkml:brushProperty name="color" value="#FFFFFF"/>
      <inkml:brushProperty name="ignorePressure" value="1"/>
      <inkml:brushProperty name="inkEffects" value="pencil"/>
    </inkml:brush>
  </inkml:definitions>
  <inkml:trace contextRef="#ctx0" brushRef="#br0">150 961,'0'-4,"0"-11,0-15,0-8,0-15,0-15,0-1,0-3,0-5,0 5,0-3,0 3,0 5,0 4,0 10,0 8,0 8,0 6,-4 12,-6 19,-2 13,2 14,2 6,-2 2,1 0,2 7,2 4,2 5,2 1,0 11,-3 2,-2 4,1 3,1 7,1-5,-3-7,-1-10,-3-11,0-3,1-6,3-4,6-8,8-12,3-18,-1-12,-2-8,-3-8,-1-3,2-13,0-16,4-14,0-3,-1 0,-3 0,-2 9,-2 14,-1 12,-1 18,-1 18,1 21,0 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0T08:19:48.686"/>
    </inkml:context>
    <inkml:brush xml:id="br0">
      <inkml:brushProperty name="width" value="0.05" units="cm"/>
      <inkml:brushProperty name="height" value="0.3" units="cm"/>
      <inkml:brushProperty name="color" value="#FFFFFF"/>
      <inkml:brushProperty name="ignorePressure" value="1"/>
      <inkml:brushProperty name="inkEffects" value="pencil"/>
    </inkml:brush>
  </inkml:definitions>
  <inkml:trace contextRef="#ctx0" brushRef="#br0">264 1124,'0'-9,"0"-25,0-25,0-23,0-21,0-14,4-5,2 0,0 4,-1 17,-2 13,-1 16,-1 17,0 22,-1 25,0 23,-1 17,1 9,0 5,0 9,0 3,0 5,0 5,0 5,0 7,0 12,0 12,0 7,0 6,0 5,0 4,0-2,0-9,0-19,0-22,0-19,0-14,0-10,0-6,0-16,0-14,0-14,0-14,0-14,0-21,0-30,-5-29,-5-19,-2-20,-7-5,-9 2,0 11,-4 19,-1 29,5 29,3 24,1 25,5 24,6 21,5 17,3 13,4 8,1 3,0 7,1 5,0 1,5 2,4-2,7-3,3-13,-1-6,1-7,1-4,1-10,2-16,-3-19,-6-21,-5-17,-4-11,-4-7,-1-1,-1 6,-6 14,-5 19,-1 20,1 15,3 11,3 7,1-1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8:19:56.459"/>
    </inkml:context>
    <inkml:brush xml:id="br0">
      <inkml:brushProperty name="width" value="0.2" units="cm"/>
      <inkml:brushProperty name="height" value="0.2" units="cm"/>
      <inkml:brushProperty name="color" value="#FFFFFF"/>
    </inkml:brush>
  </inkml:definitions>
  <inkml:trace contextRef="#ctx0" brushRef="#br0">1 1 24575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8:20:00.328"/>
    </inkml:context>
    <inkml:brush xml:id="br0">
      <inkml:brushProperty name="width" value="0.2" units="cm"/>
      <inkml:brushProperty name="height" value="0.2" units="cm"/>
      <inkml:brushProperty name="color" value="#FFFFFF"/>
    </inkml:brush>
  </inkml:definitions>
  <inkml:trace contextRef="#ctx0" brushRef="#br0">1380 5008 24575,'2'-62'0,"16"-98"0,-11 114 0,100-533-1198,-44 261 508,-48 240 682,75-431 38,-28-1 35,-60 480-45,1-10 51,-1-1 1,-4-42-1,2 81 2,0 0-1,0 0 1,-1 0 0,1 0 0,0 0 0,-1 0-1,0 0 1,1 0 0,-1 0 0,0 0 0,0 0-1,-1-1 1,1 2-56,1 1 0,-1 0 1,1-1-1,-1 1 0,1 0 0,0-1 0,-1 1 0,1 0 0,-1 0 0,1 0 0,-1-1 0,0 1 0,1 0 0,-1 0 0,1 0 0,-1 0 1,1 0-1,-1 0 0,1 0 0,-1 0 0,1 0 0,-1 0 0,1 0 0,-1 0 0,1 1 0,-1-1 0,1 0 0,-2 1 0,-2 2-1,-1 0 0,1 1 0,0-1-1,0 1 1,0 0 0,0 0 0,-4 7-1,-3 4-15,1 2 0,0-1 0,1 1 0,1 1 0,-12 35 0,-19 100 0,26-92 0,-9 46 0,-11 148 0,13 109 0,6-72 0,-6-94 0,15-163 0,-3 0 0,-1-1 0,-20 52 0,22-69 0,1 0 0,1 0 0,-5 31 0,10-65 0,1 1 0,-2-1 0,0 0 0,-1 1 0,-1-1 0,0 1 0,-1 0 0,-1 0 0,0 0 0,-1 1 0,-1 0 0,-13-22 0,14 27 0,0 0 0,0 0 0,-1 1 0,0 0 0,-1 1 0,0 0 0,0 0 0,-1 0 0,0 1 0,0 0 0,-1 1 0,1 0 0,-1 1 0,-1 0 0,1 0 0,-1 1 0,0 0 0,0 1 0,0 0 0,0 1 0,-14-1 0,21 3 0,0 0 0,1 0 0,-1 0 0,0 0 0,1 1 0,-1-1 0,0 1 0,1 0 0,-1 0 0,1 0 0,0 1 0,-1-1 0,1 1 0,0 0 0,0 0 0,0 0 0,0 0 0,0 0 0,0 1 0,1-1 0,-1 1 0,1 0 0,0 0 0,0 0 0,0 0 0,0 0 0,0 0 0,0 1 0,1-1 0,0 1 0,0-1 0,-1 5 0,-2 11 0,2-1 0,0 1 0,1 0 0,1 0 0,2 20 0,-1-13 0,3 105 0,6-168 0,0-60 0,-3-149 0,-8 157 0,-6-181 0,-12 1 0,-98-487 0,106 694 0,7 37 0,0 1 0,-2 0 0,-11-31 0,17 54 0,0 0 0,0 0 0,-1 0 0,1 0 0,0 0 0,-1 1 0,1-1 0,0 0 0,-1 0 0,1 0 0,-1 1 0,1-1 0,-1 0 0,0 0 0,1 1 0,-1-1 0,0 1 0,1-1 0,-1 0 0,0 1 0,0 0 0,1-1 0,-1 1 0,0-1 0,0 1 0,-2-1 0,2 2 0,1-1 0,-1 1 0,0 0 0,0-1 0,0 1 0,0 0 0,0 0 0,1 0 0,-1-1 0,0 1 0,1 0 0,-1 0 0,1 0 0,-1 0 0,1 0 0,-1 0 0,0 2 0,-2 9 0,-1-1 0,-2 23 0,-2 77 0,7 136 0,0 10 0,-6-129 0,-9 304 0,17-684 0,-9-372 0,-1 471 0,-7 0 0,-39-162 0,50 293 0,-18-64 0,20 79 0,1-1 0,-2 1 0,1 0 0,-1 0 0,0 1 0,0-1 0,-1 1 0,-8-9 0,12 14 0,1 0 0,-1 0 0,0 1 0,1-1 0,-1 0 0,0 1 0,0-1 0,0 0 0,0 1 0,0-1 0,0 1 0,0 0 0,0-1 0,0 1 0,0 0 0,0-1 0,0 1 0,0 0 0,0 0 0,0 0 0,0 0 0,0 0 0,0 0 0,0 0 0,0 0 0,0 1 0,0-1 0,-1 1 0,0 0 0,1 0 0,-1 1 0,0-1 0,1 1 0,-1-1 0,1 1 0,0-1 0,-1 1 0,1 0 0,0 0 0,0 0 0,-1 3 0,-3 7 0,1-1 0,1 1 0,-4 21 0,1 21 0,2 0 0,5 83 0,22 113 0,-8-101 0,25 393 0,-17-326 0,-22-213 0,0 0 0,0 0 0,0 0 0,0 0 0,1 0 0,-1 0 0,4 5 0,-5-8 0,0 1 0,1-1 0,-1 0 0,0 0 0,0 0 0,0 0 0,0 0 0,0 1 0,0-1 0,0 0 0,0 0 0,0 0 0,1 0 0,-1 0 0,0 0 0,0 1 0,0-1 0,0 0 0,0 0 0,0 0 0,1 0 0,-1 0 0,0 0 0,0 0 0,0 0 0,0 0 0,1 0 0,-1 0 0,0 0 0,0 0 0,0 0 0,0 0 0,1 0 0,-1 0 0,0 0 0,0 0 0,0 0 0,0 0 0,1 0 0,-1 0 0,0 0 0,0 0 0,0 0 0,0-1 0,1-16 0,-18-78 0,-6-51 0,-7-188 0,78 877 0,-15 544-578,-58-1452 984,-26-5-230,2 13-1060,-5-521 700,66-1 102,-7 773 80,0 6 55,-4 0 0,-12-105 0,10 194 61,-1 1-1,-1 0 1,0 0 0,0 1-1,-1-1 1,0 0 0,-7-10-1,10 17-110,-1 0 0,0 0 1,0 0-1,0 1 0,0-1 0,0 1 0,0-1 0,-1 1 0,0 0 0,1 0 0,-1 0 0,0 0 0,0 0 0,0 1 0,0-1 1,0 1-1,0 0 0,0 0 0,0 0 0,-1 0 0,1 1 0,0-1 0,-1 1 0,1 0 0,-5 0 0,5 1-3,1 0 0,-1 0 0,1 0 0,-1 0 0,1 0 0,-1 0 0,1 1 0,0-1 0,0 1 0,-1 0 0,1 0 0,0 0 0,1 0 0,-1 0 0,0 0 0,1 0 0,-1 0 0,-1 4 0,-22 49 0,21-45 0,-13 40 0,2 1 0,3 0 0,1 0 0,3 1 0,2 0 0,2 97 0,48 316 0,-21-288 0,-21-158 0,25 179 0,-19-153 0,2-1 0,21 56 0,-24-90 0,-4-18 0,0-25 0,-3 32 0,-1-96 0,-4 0 0,-26-140 0,19 173 0,-3 1 0,-2 1 0,-3 1 0,-2 0 0,-4 2 0,-1 1 0,-3 1 0,-49-69 0,71 115 0,1 0 0,-2 1 0,1 0 0,-2 1 0,1-1 0,-1 2 0,-14-10 0,23 17 0,0 0 0,0 1 0,0-1 0,0 1 0,0-1 0,0 1 0,-1 0 0,1-1 0,0 1 0,0 0 0,0 0 0,0 0 0,-1 0 0,1 0 0,0 0 0,0 0 0,0 0 0,-1 1 0,1-1 0,0 0 0,0 1 0,0-1 0,0 1 0,0-1 0,0 1 0,0-1 0,0 1 0,0 0 0,0 0 0,0-1 0,0 1 0,0 0 0,1 0 0,-1 0 0,0 0 0,1 0 0,-1 0 0,0 0 0,1 0 0,-1 0 0,1 0 0,0 0 0,-1 2 0,-1 5 0,-1 0 0,2 0 0,-1 0 0,0 15 0,1 4 0,2-1 0,1 1 0,0-1 0,13 50 0,41 105 0,-12-45 0,62 375 0,-44 8 0,-59-495 0,-2-15 0,-1 1 0,1 0 0,1 0 0,0 0 0,5 16 0,-4-24 0,0-9 0,1-11 0,16-351 0,31-147-168,36-587-360,-85 1023 528,32-539 0,-19 437 308,3-30 80,-16 204-388,-1 0 0,-1 0 0,0-1 0,0 1 0,-2-13 0,2 19 0,-1 0 0,1 0 0,-1 1 0,1-1 0,-1 0 0,0 0 0,0 0 0,0 1 0,0-1 0,0 0 0,0 1 0,0-1 0,0 1 0,-1-1 0,1 1 0,-1 0 0,1 0 0,-1-1 0,1 1 0,-1 0 0,0 0 0,0 1 0,1-1 0,-1 0 0,0 0 0,0 1 0,0 0 0,0-1 0,-2 1 0,2 0 0,0 0 0,1 0 0,-1 0 0,0 0 0,1 0 0,-1 1 0,1-1 0,-1 0 0,0 1 0,1 0 0,-1-1 0,1 1 0,-1 0 0,1 0 0,0 0 0,-1 0 0,1 0 0,0 0 0,-1 0 0,1 0 0,0 1 0,0-1 0,0 0 0,0 1 0,0-1 0,1 1 0,-1-1 0,0 1 0,1-1 0,-1 1 0,1-1 0,-1 1 0,1 0 0,0-1 0,0 1 0,-1 0 0,2 2 0,-2 8 0,0-1 0,1 1 0,3 22 0,7 37 0,4 0 0,23 70 0,57 135 0,-43-135 0,-10-15 0,-16-45 0,3-1 0,54 105 0,-77-177 0,-1 0 0,2 0 0,-1-1 0,1 0 0,7 7 0,-12-13 0,-1 0 0,1-1 0,0 1 0,-1-1 0,1 1 0,0 0 0,0-1 0,-1 0 0,1 1 0,0-1 0,0 1 0,0-1 0,0 0 0,-1 0 0,1 0 0,0 1 0,0-1 0,0 0 0,0 0 0,0 0 0,0 0 0,0 0 0,1-1 0,-1 0 0,0 0 0,0 0 0,0 0 0,0 0 0,0 0 0,0-1 0,0 1 0,-1 0 0,1 0 0,0-1 0,-1 1 0,1-1 0,-1 1 0,1 0 0,-1-1 0,0 1 0,1-1 0,-1 1 0,0-4 0,0-13 0,-1 0 0,0 0 0,-1 0 0,-1 0 0,-1 0 0,0 0 0,-14-33 0,4 8 0,-92-289 0,106 332 0,0-1 0,0 1 0,0-1 0,0 1 0,0-1 0,0 1 0,0 0 0,0-1 0,0 1 0,0-1 0,0 1 0,0-1 0,0 1 0,-1-1 0,1 1 0,0 0 0,0-1 0,0 1 0,-1 0 0,1-1 0,0 1 0,-1-1 0,1 1 0,0 0 0,-1 0 0,1-1 0,0 1 0,-1 0 0,1 0 0,-1-1 0,1 1 0,0 0 0,-1 0 0,1 0 0,-1 0 0,1 0 0,-1-1 0,1 1 0,-1 0 0,-8 19 0,-1 31 0,4-8 0,-14 51 0,-3 17 0,22-66 0,6-22 0,-4-22 0,-1 1 0,0-1 0,1 1 0,-1-1 0,0 1 0,1-1 0,-1 1 0,1-1 0,-1 1 0,1-1 0,-1 0 0,1 1 0,-1-1 0,1 0 0,-1 1 0,1-1 0,0 0 0,-1 0 0,1 0 0,-1 1 0,1-1 0,0 0 0,-1 0 0,1 0 0,-1 0 0,1 0 0,0 0 0,1-1 0,-1 0 0,0 1 0,0-1 0,0 0 0,0 0 0,0 0 0,0 0 0,0 0 0,0 0 0,0 0 0,0 0 0,0 0 0,-1 0 0,1-1 0,0 1 0,-1 0 0,1 0 0,-1-1 0,0 1 0,1-3 0,8-35 0,-7 30 0,8-62 0,-2 0 0,-2-78 0,-4 82 0,-12 314 0,-8 408 0,16-578 0,1-29 0,1 1 0,8 56 0,-2-89 0,-5-15 0,-1-1 0,0 0 0,1 0 0,-1 0 0,0-1 0,0 1 0,1 0 0,-1 0 0,0 0 0,1 0 0,-1 0 0,0 0 0,0 0 0,1 0 0,-1-1 0,0 1 0,0 0 0,1 0 0,-1 0 0,0 0 0,0-1 0,0 1 0,1 0 0,-1 0 0,0-1 0,0 1 0,0 0 0,0 0 0,1-1 0,-1 1 0,0-1 0,12-32 0,-2-27 0,-3 0 0,-3 0 0,-4-75 0,0 97 0,-29-446-503,-35 1-1,53 408 504,-26-156 0,27 181 0,-2 2 0,-27-67 0,25 90 300,7 25-600,1 11-897,-1 20-4790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8:20:04.906"/>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8:20:17.222"/>
    </inkml:context>
    <inkml:brush xml:id="br0">
      <inkml:brushProperty name="width" value="0.35" units="cm"/>
      <inkml:brushProperty name="height" value="0.35" units="cm"/>
      <inkml:brushProperty name="color" value="#FFFFFF"/>
    </inkml:brush>
  </inkml:definitions>
  <inkml:trace contextRef="#ctx0" brushRef="#br0">886 1 24575,'2'47'0,"13"75"0,-2-32 0,7 325 0,-16-239 0,-4-170 0,5 77 0,-4-73 0,1 0 0,-1 0 0,2-1 0,0 1 0,7 17 0,-10-26 0,1-1 0,-1 1 0,1-1 0,-1 1 0,1-1 0,-1 1 0,1-1 0,-1 0 0,1 1 0,-1-1 0,1 0 0,-1 1 0,1-1 0,0 0 0,-1 0 0,1 0 0,-1 1 0,1-1 0,0 0 0,-1 0 0,1 0 0,0 0 0,-1 0 0,1 0 0,0 0 0,-1 0 0,1-1 0,-1 1 0,1 0 0,0 0 0,-1 0 0,1-1 0,-1 1 0,1 0 0,-1-1 0,1 1 0,-1 0 0,1-1 0,-1 1 0,1-1 0,-1 1 0,1-1 0,-1 1 0,1-1 0,-1 1 0,1-2 0,21-26 0,-2-5 0,-1-1 0,-1 0 0,-3-2 0,0 0 0,9-39 0,-18 49 0,0 1 0,-2-1 0,-1 0 0,-1 0 0,-1 0 0,-1 0 0,-1 0 0,-7-35 0,6 50 0,0 0 0,0 0 0,-2 0 0,1 1 0,-1-1 0,-1 1 0,0 0 0,-11-18 0,16 28 0,-1-1 0,0 0 0,0 0 0,0 0 0,0 1 0,0-1 0,1 0 0,-1 1 0,0-1 0,-1 1 0,1-1 0,0 1 0,0-1 0,0 1 0,0 0 0,0 0 0,0 0 0,0-1 0,0 1 0,-1 0 0,1 0 0,0 0 0,0 1 0,-2-1 0,1 1 0,0 0 0,0 0 0,0 0 0,0 0 0,0 0 0,0 1 0,0-1 0,1 1 0,-1-1 0,0 1 0,-1 2 0,-3 4 0,0 0 0,1 1 0,0-1 0,-6 15 0,-13 45 0,3 0 0,3 1 0,3 1 0,-9 97 0,2 289 0,41 227 0,-12-223 0,-8-339 0,-4-151 0,5 30 0,0 0 0,0 1 0,0-1 0,0 1 0,0-1 0,-1 0 0,1 1 0,0-1 0,0 1 0,0-1 0,-1 0 0,1 1 0,0-1 0,-1 0 0,1 1 0,0-1 0,-1 0 0,1 0 0,0 1 0,-1-1 0,1 0 0,0 0 0,-1 0 0,1 1 0,-1-1 0,1 0 0,0 0 0,-1 0 0,1 0 0,-1 0 0,1 0 0,-1 0 0,1 0 0,0 0 0,-1 0 0,1 0 0,-1 0 0,1 0 0,-1 0 0,1 0 0,0-1 0,-1 1 0,1 0 0,-1 0 0,1 0 0,0-1 0,-1 1 0,1 0 0,0 0 0,-1-1 0,1 1 0,0 0 0,0-1 0,-1 1 0,1 0 0,0-1 0,0 1 0,-1-1 0,1 1 0,0 0 0,0-1 0,0 1 0,0-1 0,0 1 0,0 0 0,0-1 0,0 1 0,-1-1 0,2 0 0,-5 9 0,0 0 0,1 0 0,1 1 0,-1-1 0,1 1 0,1 0 0,-1-1 0,1 1 0,1 15 0,-1-5 0,-47 891-342,-14 201-118,10-393 460,-16 230 0,58-271 652,12-419-502,-2 2456-150,-1-2727 0,-1 0 0,0-1 0,-5-13 0,-2-10 0,-58-420 26,37 220-216,-51-309-315,-23-164 97,52 169 927,48 418-338,6 0 0,25-169-1,-12 186-166,64-337-12,-67 381-2,-3 0 0,-2-1 0,-3 0 0,-5-64 0,4 24 0,17-109 0,3-59 0,-22 230 0,-3 1 0,-1-1 0,-1 1 0,-19-69 0,-3 16 0,4-2 0,3 0 0,5-1 0,-3-161 0,5 32 0,0 20 0,11 172 0,0 24 0,0-1 0,0 0 0,1 0 0,1 0 0,-1 1 0,2-1 0,-1 0 0,2 1 0,4-16 0,-16 82 0,-6-16 0,-1 0 0,-25 44 0,19-41 0,-23 64 0,34-73 0,2 2 0,2-1 0,1 1 0,2 0 0,0 51 0,24 185 0,-17-247 0,38 522 0,-18-201 0,60 688-806,-46 490 806,-63-980 349,-2 106 108,1-99-457,1 9 0,25-441 0,5 169 0,-4-276 0,1 0 0,1 0 0,1 0 0,0-1 0,0 1 0,1-1 0,1 0 0,0 0 0,0 0 0,10 14 0,-15-25 0,1-1 0,-1 1 0,0-1 0,1 1 0,-1-1 0,0 1 0,1-1 0,-1 1 0,1-1 0,-1 1 0,1-1 0,-1 1 0,1-1 0,-1 0 0,1 1 0,-1-1 0,1 0 0,0 0 0,-1 1 0,1-1 0,0 0 0,-1 0 0,1 0 0,-1 0 0,1 0 0,0 0 0,-1 0 0,1 0 0,0 0 0,-1 0 0,1 0 0,0 0 0,-1 0 0,1-1 0,0 1 0,-1 0 0,1 0 0,-1-1 0,1 1 0,-1 0 0,1-1 0,-1 1 0,1-1 0,-1 1 0,1-1 0,-1 1 0,1-1 0,-1 1 0,0-1 0,1 1 0,-1-1 0,1 0 0,1-4 0,1 0 0,-1 0 0,0 0 0,-1 0 0,3-8 0,4-45 0,-2 0 0,-2-109 0,-4 108 0,0-149 0,3-235 0,30-2 0,75-416 0,-18 331 0,-10 63 0,-61 341 0,6-37 0,6-268 0,-30 305 0,-5-133 0,0 205 0,-2 0 0,-23-91 0,15 84 0,2 0 0,3 0 0,3-1 0,2 0 0,9-123 0,-6 279 0,2-57 0,-5 45 0,-37 151 0,-4 48 0,28 382 0,18-510 0,33 597-284,-13-422 95,6 1085 94,-40-1179 346,-1 41 66,0-31-317,3-65 0,11-176 0,-1 1 0,1 0 0,0-1 0,1 1 0,-1-1 0,1 1 0,-1 0 0,2 4 0,-1-8 0,-1 0 0,0 0 0,0 0 0,0 0 0,0 0 0,0 1 0,0-1 0,1 0 0,-1 0 0,0 0 0,0 0 0,0 0 0,0 0 0,1 0 0,-1 0 0,0 1 0,0-1 0,0 0 0,1 0 0,-1 0 0,0 0 0,0 0 0,0 0 0,1 0 0,-1 0 0,0 0 0,0 0 0,0 0 0,1 0 0,-1 0 0,0-1 0,0 1 0,0 0 0,0 0 0,1 0 0,-1 0 0,0 0 0,0 0 0,0 0 0,0 0 0,1-1 0,-1 1 0,13-17 0,-8 7 0,-1-1 0,0 1 0,0-1 0,-1 0 0,0 0 0,-1 0 0,2-21 0,-3-86 0,-2 66 0,30-704 0,67 23-458,-11 109 98,44-772 1178,-87 1079-818,-25 212 0,-11 58 0,-2-1 0,-2 1 0,-2-1 0,-2 1 0,-2-1 0,-2 1 0,-18-69 0,10 55 0,2 1 0,-4-70 0,9 37 0,-10-220 0,15 276 0,-2 0 0,-1 0 0,-2 0 0,-15-44 0,-10-56 0,26 54 0,6 66 0,-1 1 0,0-1 0,-1 0 0,-1 1 0,-10-32 0,9 58 0,2 11 0,1 210 0,-9 172 0,-20-54 32,-12 145-201,-7 1101-520,-9-315 689,20-395-47,34 2 0,2-593 323,5 217 368,23-217-644,-7-102 0,14 500 0,-20-313 0,-1 19 0,-28 170 0,3-315 0,-1 20 0,-9-28 0,-15 235 0,39-85 0,-1-390 0,1 0 0,0-1 0,0 1 0,0 0 0,4 8 0,-5-12 0,0-1 0,0 0 0,0 1 0,0-1 0,0 0 0,1 1 0,-1-1 0,0 0 0,0 1 0,1-1 0,-1 0 0,0 0 0,0 1 0,1-1 0,-1 0 0,0 0 0,1 1 0,-1-1 0,0 0 0,1 0 0,-1 0 0,0 0 0,1 0 0,-1 0 0,0 1 0,1-1 0,-1 0 0,0 0 0,1 0 0,0 0 0,0-1 0,-1 0 0,1 1 0,0-1 0,0 0 0,0 0 0,0 0 0,0 1 0,-1-1 0,1 0 0,0 0 0,-1 0 0,1 0 0,-1 0 0,1 0 0,0-2 0,3-10 0,1 0 0,-2 0 0,0 0 0,0-1 0,1-21 0,-3-73 0,-1 67 0,-14-180 0,1 27 0,10 26 0,-6-169 0,-33-290 0,-2 279 0,20 192 0,-10-93 0,26 202 0,-23-83 0,-1-2 0,-27-140 0,59 270 0,0 1 0,-1 0 0,1-1 0,0 1 0,0 0 0,-1-1 0,1 1 0,-1 0 0,1-1 0,-1 1 0,0 0 0,1 0 0,-1 0 0,0 0 0,-1-2 0,1 3 0,1 0 0,-1 1 0,1-1 0,-1 0 0,1 1 0,-1-1 0,1 1 0,-1-1 0,1 0 0,0 1 0,-1-1 0,1 1 0,0-1 0,0 1 0,-1-1 0,1 1 0,0 0 0,0-1 0,0 1 0,-1-1 0,1 1 0,0-1 0,0 2 0,-8 50 0,3 39 0,-18 558 0,24 29 0,-3-632 0,-3-1 0,-12 60 0,1-14 0,14-71 0,4-22 0,5-30 0,28-501 0,7-73 0,-31 474 0,9-70 0,10-222 0,-16-184 0,-1-237 0,-15 537 0,1 558 0,8 429 0,4-496 0,58 307 0,-14-243 0,-7-41 0,24 239 0,-70-422 0,-1 0 0,1 0 0,2 0 0,0-1 0,8 25 0,-11-45 0,-1 0 0,1 0 0,0-1 0,0 1 0,-1 0 0,1-1 0,0 1 0,0 0 0,1-1 0,-1 1 0,0-1 0,0 0 0,1 1 0,-1-1 0,1 0 0,-1 0 0,1 0 0,-1 0 0,1 0 0,0 0 0,0-1 0,-1 1 0,1 0 0,0-1 0,0 1 0,3-1 0,-2 0 0,-1 0 0,1-1 0,-1 0 0,0 1 0,1-1 0,-1 0 0,0 0 0,0 0 0,1 0 0,-1-1 0,0 1 0,0-1 0,0 1 0,-1-1 0,1 1 0,0-1 0,-1 0 0,1 0 0,-1 0 0,3-3 0,7-16 0,0 0 0,-1 0 0,-1-1 0,-1 0 0,-1 0 0,6-29 0,-3-9 0,5-74 0,-13-281 0,-1 23 0,12 277 0,0-37 0,-14-268 0,1 416 0,-3-40 0,3 42 0,0 1 0,0 0 0,0 0 0,0-1 0,-1 1 0,1 0 0,-1 0 0,1-1 0,-1 1 0,1 0 0,-1 0 0,1 0 0,-1 0 0,0 0 0,0 0 0,0 0 0,0 0 0,0 0 0,0 0 0,0 0 0,0 0 0,0 1 0,0-1 0,0 0 0,0 1 0,0-1 0,0 1 0,-3-1 0,3 1 0,0 0 0,1 0 0,-1 1 0,0-1 0,0 0 0,0 1 0,0-1 0,0 1 0,1-1 0,-1 0 0,0 1 0,0 0 0,1-1 0,-1 1 0,0-1 0,1 1 0,-1 0 0,1 0 0,-1-1 0,1 1 0,-1 0 0,1 0 0,0 0 0,-1-1 0,1 2 0,-9 25 0,7-22 0,-20 84 0,4 0 0,-12 174 0,23 186 0,8-362 0,45 452 0,-23-346 0,-19-154 0,29 435 0,-34-198 0,27-876 0,0 56 0,-26-263 0,-1 374 0,-12 124 0,-1-11 0,2 138 0,-1-8 0,13 138 0,-2-1 0,-12-67 0,12 97 0,2 18 0,0 0 0,-1 0 0,1 0 0,-1 0 0,0 0 0,0 0 0,-1 1 0,1-1 0,-1 0 0,0 1 0,-1-1 0,-2-4 0,5 9 0,-1 0 0,1 0 0,-1 0 0,1 0 0,0 0 0,-1 0 0,1 0 0,-1 0 0,1 1 0,0-1 0,-1 0 0,1 0 0,-1 0 0,1 0 0,0 1 0,-1-1 0,1 0 0,0 0 0,-1 0 0,1 1 0,0-1 0,0 0 0,-1 1 0,1-1 0,0 0 0,0 1 0,-1-1 0,1 0 0,0 1 0,0-1 0,0 0 0,0 1 0,-1-1 0,1 1 0,0-1 0,0 0 0,0 1 0,0-1 0,0 1 0,-7 21 0,7-21 0,-15 62 0,2 1 0,3-1 0,3 2 0,2 71 0,7-70 0,22 120 0,-24-184 0,1 1 0,-1 0 0,1-1 0,0 1 0,0-1 0,0 1 0,0-1 0,0 1 0,1-1 0,-1 0 0,4 3 0,-5-4 0,0-1 0,1 0 0,-1 1 0,0-1 0,1 0 0,-1 0 0,0 1 0,1-1 0,-1 0 0,1 0 0,-1 0 0,0 0 0,1 1 0,-1-1 0,1 0 0,-1 0 0,1 0 0,-1 0 0,0 0 0,1 0 0,-1 0 0,1 0 0,-1 0 0,1-1 0,-1 1 0,1 0 0,0-1 0,0 0 0,0 0 0,0 1 0,0-1 0,0 0 0,0 0 0,0 0 0,-1-1 0,1 1 0,0 0 0,-1 0 0,1 0 0,0-3 0,3-6 0,-1-1 0,-1 0 0,0 0 0,0-1 0,-1 1 0,0 0 0,-1-15 0,-12-84 0,6 62 0,-53-771 0,59 819 0,-2-52 0,1 1 0,3-1 0,14-83 0,-15 127 0,5-16 0,-4 23 0,0 14 0,-4 178 0,4 65 0,-2-253 0,1 0 0,0-1 0,-1 1 0,1 0 0,0 0 0,1 0 0,-1 0 0,0-1 0,1 1 0,-1-1 0,4 5 0,-4-7 0,-1 1 0,1-1 0,-1 1 0,0-1 0,1 0 0,-1 1 0,1-1 0,-1 0 0,1 1 0,-1-1 0,1 0 0,-1 0 0,1 0 0,-1 1 0,1-1 0,-1 0 0,1 0 0,-1 0 0,1 0 0,0 0 0,-1 0 0,1 0 0,-1 0 0,1 0 0,0 0 0,0-1 0,0 0 0,0 0 0,0 1 0,0-1 0,-1 0 0,1 0 0,0 0 0,0 0 0,-1 0 0,1 0 0,0 0 0,-1 0 0,1 0 0,-1 0 0,1 0 0,-1 0 0,0-2 0,5-19 0,-1-1 0,-1 0 0,-1 0 0,-1 0 0,-4-41 0,1 6 0,1-519 0,0 567 0,1 0 0,0 1 0,1-1 0,0 0 0,1 0 0,0 1 0,0-1 0,7-16 0,-5 26 0,-1 8 0,-1 12 0,-4 6 0,-1-1 0,-1 1 0,-1-1 0,-17 48 0,-49 97 0,53-132 0,-62 132 0,-60 145 0,58-133 0,56-132 0,3 0 0,-25 78 0,-16 75 0,-16 58 0,72-232 0,-19 41 0,3-8 0,-13 35 0,-13 44 0,30-78 0,8-29 0,2 1 0,2 0 0,-7 53 0,13-71 0,1-11 0,0 0 0,1 0 0,-1 1 0,1-1 0,0 0 0,1 0 0,0 0 0,0 0 0,3 12 0,-4-18 0,1 1 0,-1-1 0,0 0 0,0 1 0,0-1 0,0 0 0,1 1 0,-1-1 0,0 0 0,0 1 0,1-1 0,-1 0 0,0 0 0,0 1 0,1-1 0,-1 0 0,0 0 0,1 1 0,-1-1 0,0 0 0,1 0 0,-1 0 0,0 0 0,1 0 0,-1 0 0,1 0 0,-1 0 0,0 1 0,1-1 0,-1 0 0,0-1 0,1 1 0,-1 0 0,1 0 0,-1 0 0,0 0 0,1 0 0,13-13 0,7-22 0,3-16 0,-2-1 0,20-78 0,17-117 0,-27 102 0,14-40 0,57-257 0,-29-5 0,-50 242 0,20-292 0,-43 469 0,0 0 0,1 1 0,2-1 0,1 1 0,1 0 0,2 0 0,0 0 0,20-41 0,31-50 0,-6-2 0,51-173 0,-78 182 0,-4 0 0,12-205 0,-34-234 0,-12 416 0,-44-205 0,20 146 0,17 72 0,-26-131 0,40 235 0,0-1 0,-2 1 0,0 0 0,-1 1 0,-1 0 0,0 0 0,-1 1 0,-20-23 0,26 31-97,0 1-1,1-1 1,-1 1-1,1-1 1,1 0-1,-1 0 1,1 0-1,1 0 1,-1-1-1,1 1 1,0-1-1,1 1 0,0-10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8:20:32.22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0T08:20:35.218"/>
    </inkml:context>
    <inkml:brush xml:id="br0">
      <inkml:brushProperty name="width" value="0.35" units="cm"/>
      <inkml:brushProperty name="height" value="0.35" units="cm"/>
      <inkml:brushProperty name="color" value="#FFFFFF"/>
    </inkml:brush>
  </inkml:definitions>
  <inkml:trace contextRef="#ctx0" brushRef="#br0">0 0 24575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2/20/2026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customXml" Target="../ink/ink5.xml"/><Relationship Id="rId17" Type="http://schemas.openxmlformats.org/officeDocument/2006/relationships/image" Target="../media/image11.png"/><Relationship Id="rId2" Type="http://schemas.openxmlformats.org/officeDocument/2006/relationships/image" Target="../media/image3.png"/><Relationship Id="rId16" Type="http://schemas.openxmlformats.org/officeDocument/2006/relationships/customXml" Target="../ink/ink7.xml"/><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7.png"/><Relationship Id="rId14" Type="http://schemas.openxmlformats.org/officeDocument/2006/relationships/customXml" Target="../ink/ink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8.xml"/><Relationship Id="rId1" Type="http://schemas.openxmlformats.org/officeDocument/2006/relationships/slideLayout" Target="../slideLayouts/slideLayout7.xml"/><Relationship Id="rId4" Type="http://schemas.openxmlformats.org/officeDocument/2006/relationships/customXml" Target="../ink/ink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1361" y="828402"/>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FULL STACK APPLICATION DEVELOPMENT</a:t>
            </a:r>
            <a:br>
              <a:rPr lang="en-US" sz="4200" b="1" dirty="0">
                <a:solidFill>
                  <a:srgbClr val="C00000"/>
                </a:solidFill>
                <a:latin typeface="+mn-lt"/>
              </a:rPr>
            </a:br>
            <a:r>
              <a:rPr lang="en-US" sz="4000" b="1" dirty="0">
                <a:solidFill>
                  <a:srgbClr val="C00000"/>
                </a:solidFill>
                <a:latin typeface="+mn-lt"/>
              </a:rPr>
              <a:t>(24SDCS02)</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Skill Swap-A role based exchange system using java&amp;springboot</a:t>
            </a:r>
          </a:p>
        </p:txBody>
      </p:sp>
      <p:sp>
        <p:nvSpPr>
          <p:cNvPr id="3" name="Subtitle 2"/>
          <p:cNvSpPr>
            <a:spLocks noGrp="1"/>
          </p:cNvSpPr>
          <p:nvPr>
            <p:ph type="subTitle" idx="1"/>
          </p:nvPr>
        </p:nvSpPr>
        <p:spPr>
          <a:xfrm>
            <a:off x="3990242" y="3175065"/>
            <a:ext cx="4444631" cy="369107"/>
          </a:xfrm>
        </p:spPr>
        <p:txBody>
          <a:bodyPr/>
          <a:lstStyle/>
          <a:p>
            <a:r>
              <a:rPr lang="en-US" dirty="0">
                <a:solidFill>
                  <a:srgbClr val="0070C0"/>
                </a:solidFill>
              </a:rPr>
              <a:t>Team Members</a:t>
            </a:r>
          </a:p>
          <a:p>
            <a:endParaRPr lang="en-US" b="1" dirty="0">
              <a:solidFill>
                <a:srgbClr val="C00000"/>
              </a:solidFill>
            </a:endParaRPr>
          </a:p>
        </p:txBody>
      </p:sp>
      <p:sp>
        <p:nvSpPr>
          <p:cNvPr id="4" name="TextBox 3">
            <a:extLst>
              <a:ext uri="{FF2B5EF4-FFF2-40B4-BE49-F238E27FC236}">
                <a16:creationId xmlns:a16="http://schemas.microsoft.com/office/drawing/2014/main" id="{81B566C0-10F4-4D90-46B4-E6A691FCB625}"/>
              </a:ext>
            </a:extLst>
          </p:cNvPr>
          <p:cNvSpPr txBox="1"/>
          <p:nvPr/>
        </p:nvSpPr>
        <p:spPr>
          <a:xfrm>
            <a:off x="3589026" y="3544172"/>
            <a:ext cx="1011815" cy="461665"/>
          </a:xfrm>
          <a:prstGeom prst="rect">
            <a:avLst/>
          </a:prstGeom>
          <a:noFill/>
        </p:spPr>
        <p:txBody>
          <a:bodyPr wrap="none" rtlCol="0">
            <a:spAutoFit/>
          </a:bodyPr>
          <a:lstStyle/>
          <a:p>
            <a:r>
              <a:rPr lang="en-US" sz="2400" dirty="0">
                <a:solidFill>
                  <a:srgbClr val="0070C0"/>
                </a:solidFill>
              </a:rPr>
              <a:t>Name:</a:t>
            </a:r>
            <a:endParaRPr lang="en-IN" sz="2400" dirty="0">
              <a:solidFill>
                <a:srgbClr val="0070C0"/>
              </a:solidFill>
            </a:endParaRPr>
          </a:p>
        </p:txBody>
      </p:sp>
      <p:sp>
        <p:nvSpPr>
          <p:cNvPr id="7" name="TextBox 6">
            <a:extLst>
              <a:ext uri="{FF2B5EF4-FFF2-40B4-BE49-F238E27FC236}">
                <a16:creationId xmlns:a16="http://schemas.microsoft.com/office/drawing/2014/main" id="{8E522815-471A-13CD-1CD0-744AFDD0DB5A}"/>
              </a:ext>
            </a:extLst>
          </p:cNvPr>
          <p:cNvSpPr txBox="1"/>
          <p:nvPr/>
        </p:nvSpPr>
        <p:spPr>
          <a:xfrm>
            <a:off x="4600841" y="3620075"/>
            <a:ext cx="2003818" cy="1569660"/>
          </a:xfrm>
          <a:prstGeom prst="rect">
            <a:avLst/>
          </a:prstGeom>
          <a:noFill/>
        </p:spPr>
        <p:txBody>
          <a:bodyPr wrap="none" rtlCol="0">
            <a:spAutoFit/>
          </a:bodyPr>
          <a:lstStyle/>
          <a:p>
            <a:r>
              <a:rPr lang="en-US" sz="1950" dirty="0">
                <a:solidFill>
                  <a:srgbClr val="0070C0"/>
                </a:solidFill>
              </a:rPr>
              <a:t>M Aditya Vardhan</a:t>
            </a:r>
          </a:p>
          <a:p>
            <a:r>
              <a:rPr lang="en-US" sz="1950" dirty="0">
                <a:solidFill>
                  <a:srgbClr val="0070C0"/>
                </a:solidFill>
              </a:rPr>
              <a:t>G B JAI RAJ</a:t>
            </a:r>
          </a:p>
          <a:p>
            <a:r>
              <a:rPr lang="en-US" sz="1950" dirty="0">
                <a:solidFill>
                  <a:srgbClr val="0070C0"/>
                </a:solidFill>
              </a:rPr>
              <a:t>M HARI HARAN</a:t>
            </a:r>
          </a:p>
          <a:p>
            <a:r>
              <a:rPr lang="en-US" sz="1950" dirty="0">
                <a:solidFill>
                  <a:srgbClr val="0070C0"/>
                </a:solidFill>
              </a:rPr>
              <a:t>B JAYASIMHA</a:t>
            </a:r>
          </a:p>
          <a:p>
            <a:endParaRPr lang="en-IN" dirty="0"/>
          </a:p>
        </p:txBody>
      </p:sp>
      <p:sp>
        <p:nvSpPr>
          <p:cNvPr id="9" name="TextBox 8">
            <a:extLst>
              <a:ext uri="{FF2B5EF4-FFF2-40B4-BE49-F238E27FC236}">
                <a16:creationId xmlns:a16="http://schemas.microsoft.com/office/drawing/2014/main" id="{71EA4928-8D0C-6D9F-EC5A-A47C71CC201A}"/>
              </a:ext>
            </a:extLst>
          </p:cNvPr>
          <p:cNvSpPr txBox="1"/>
          <p:nvPr/>
        </p:nvSpPr>
        <p:spPr>
          <a:xfrm>
            <a:off x="3453042" y="5105760"/>
            <a:ext cx="5693194" cy="1463606"/>
          </a:xfrm>
          <a:prstGeom prst="rect">
            <a:avLst/>
          </a:prstGeom>
          <a:noFill/>
        </p:spPr>
        <p:txBody>
          <a:bodyPr wrap="square" rtlCol="0">
            <a:spAutoFit/>
          </a:bodyPr>
          <a:lstStyle/>
          <a:p>
            <a:pPr marL="171450" algn="ctr">
              <a:lnSpc>
                <a:spcPct val="107000"/>
              </a:lnSpc>
              <a:spcAft>
                <a:spcPts val="800"/>
              </a:spcAft>
            </a:pPr>
            <a:r>
              <a:rPr lang="en-US"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kern="100" dirty="0">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b="1"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Name of the OOP faculty name with designation and department  </a:t>
            </a:r>
            <a:endParaRPr lang="en-IN" kern="100" dirty="0">
              <a:latin typeface="Calibri" panose="020F0502020204030204" pitchFamily="34" charset="0"/>
              <a:ea typeface="Calibri" panose="020F0502020204030204" pitchFamily="34" charset="0"/>
              <a:cs typeface="Gautami" panose="020B0502040204020203" pitchFamily="34" charset="0"/>
            </a:endParaRPr>
          </a:p>
          <a:p>
            <a:r>
              <a:rPr lang="en-IN" dirty="0"/>
              <a:t>                                           </a:t>
            </a:r>
            <a:r>
              <a:rPr lang="en-IN" dirty="0" err="1">
                <a:latin typeface="+mj-lt"/>
              </a:rPr>
              <a:t>Dr.S</a:t>
            </a:r>
            <a:r>
              <a:rPr lang="en-IN" dirty="0">
                <a:latin typeface="+mj-lt"/>
              </a:rPr>
              <a:t> Spandana</a:t>
            </a:r>
          </a:p>
        </p:txBody>
      </p:sp>
      <p:sp>
        <p:nvSpPr>
          <p:cNvPr id="10" name="TextBox 9">
            <a:extLst>
              <a:ext uri="{FF2B5EF4-FFF2-40B4-BE49-F238E27FC236}">
                <a16:creationId xmlns:a16="http://schemas.microsoft.com/office/drawing/2014/main" id="{82552178-5790-76EA-9A83-666FDFB38716}"/>
              </a:ext>
            </a:extLst>
          </p:cNvPr>
          <p:cNvSpPr txBox="1"/>
          <p:nvPr/>
        </p:nvSpPr>
        <p:spPr>
          <a:xfrm>
            <a:off x="6431741" y="3594554"/>
            <a:ext cx="1159420" cy="461665"/>
          </a:xfrm>
          <a:prstGeom prst="rect">
            <a:avLst/>
          </a:prstGeom>
          <a:noFill/>
        </p:spPr>
        <p:txBody>
          <a:bodyPr wrap="none" rtlCol="0">
            <a:spAutoFit/>
          </a:bodyPr>
          <a:lstStyle/>
          <a:p>
            <a:r>
              <a:rPr lang="en-US" sz="2400" dirty="0">
                <a:solidFill>
                  <a:srgbClr val="0070C0"/>
                </a:solidFill>
              </a:rPr>
              <a:t>Roll No:</a:t>
            </a:r>
            <a:endParaRPr lang="en-IN" sz="2400" dirty="0">
              <a:solidFill>
                <a:srgbClr val="0070C0"/>
              </a:solidFill>
            </a:endParaRPr>
          </a:p>
        </p:txBody>
      </p:sp>
      <p:sp>
        <p:nvSpPr>
          <p:cNvPr id="11" name="TextBox 10">
            <a:extLst>
              <a:ext uri="{FF2B5EF4-FFF2-40B4-BE49-F238E27FC236}">
                <a16:creationId xmlns:a16="http://schemas.microsoft.com/office/drawing/2014/main" id="{A6BCDBF8-F951-9495-F19A-9AD73EE97F3C}"/>
              </a:ext>
            </a:extLst>
          </p:cNvPr>
          <p:cNvSpPr txBox="1"/>
          <p:nvPr/>
        </p:nvSpPr>
        <p:spPr>
          <a:xfrm>
            <a:off x="7438341" y="3620075"/>
            <a:ext cx="1451038" cy="1292662"/>
          </a:xfrm>
          <a:prstGeom prst="rect">
            <a:avLst/>
          </a:prstGeom>
          <a:noFill/>
        </p:spPr>
        <p:txBody>
          <a:bodyPr wrap="none" rtlCol="0">
            <a:spAutoFit/>
          </a:bodyPr>
          <a:lstStyle/>
          <a:p>
            <a:r>
              <a:rPr lang="en-US" sz="1950" dirty="0">
                <a:solidFill>
                  <a:srgbClr val="0070C0"/>
                </a:solidFill>
              </a:rPr>
              <a:t>2420090094</a:t>
            </a:r>
          </a:p>
          <a:p>
            <a:r>
              <a:rPr lang="en-US" sz="1950" dirty="0">
                <a:solidFill>
                  <a:srgbClr val="0070C0"/>
                </a:solidFill>
              </a:rPr>
              <a:t>2420030414</a:t>
            </a:r>
          </a:p>
          <a:p>
            <a:r>
              <a:rPr lang="en-US" sz="1950" dirty="0">
                <a:solidFill>
                  <a:srgbClr val="0070C0"/>
                </a:solidFill>
              </a:rPr>
              <a:t>2420030243</a:t>
            </a:r>
          </a:p>
          <a:p>
            <a:r>
              <a:rPr lang="en-US" sz="1950" dirty="0">
                <a:solidFill>
                  <a:srgbClr val="0070C0"/>
                </a:solidFill>
              </a:rPr>
              <a:t>2420080035</a:t>
            </a:r>
            <a:endParaRPr lang="en-IN" sz="1950"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9D4E27E7-2C9B-0D1F-0513-1EBB070C857F}"/>
              </a:ext>
            </a:extLst>
          </p:cNvPr>
          <p:cNvSpPr txBox="1"/>
          <p:nvPr/>
        </p:nvSpPr>
        <p:spPr>
          <a:xfrm>
            <a:off x="410547" y="1552897"/>
            <a:ext cx="11551298" cy="4401205"/>
          </a:xfrm>
          <a:prstGeom prst="rect">
            <a:avLst/>
          </a:prstGeom>
          <a:noFill/>
        </p:spPr>
        <p:txBody>
          <a:bodyPr wrap="square" rtlCol="0">
            <a:spAutoFit/>
          </a:bodyPr>
          <a:lstStyle/>
          <a:p>
            <a:r>
              <a:rPr lang="en-US" sz="2000" b="1" dirty="0"/>
              <a:t>Project Title: </a:t>
            </a:r>
            <a:r>
              <a:rPr lang="en-US" sz="2000" b="1" dirty="0" err="1"/>
              <a:t>SkillSwap</a:t>
            </a:r>
            <a:r>
              <a:rPr lang="en-US" sz="2000" b="1" dirty="0"/>
              <a:t> – A Role-Based Service Exchange System</a:t>
            </a:r>
          </a:p>
          <a:p>
            <a:r>
              <a:rPr lang="en-US" sz="2000" dirty="0"/>
              <a:t>This project presents the design and development of </a:t>
            </a:r>
            <a:r>
              <a:rPr lang="en-US" sz="2000" b="1" dirty="0" err="1"/>
              <a:t>SkillSwap</a:t>
            </a:r>
            <a:r>
              <a:rPr lang="en-US" sz="2000" dirty="0"/>
              <a:t>, a peer-to-peer skill exchange platform built using </a:t>
            </a:r>
            <a:r>
              <a:rPr lang="en-US" sz="2000" b="1" dirty="0"/>
              <a:t>Spring Boot</a:t>
            </a:r>
            <a:r>
              <a:rPr lang="en-US" sz="2000" dirty="0"/>
              <a:t> and </a:t>
            </a:r>
            <a:r>
              <a:rPr lang="en-US" sz="2000" b="1" dirty="0"/>
              <a:t>MySQL</a:t>
            </a:r>
            <a:r>
              <a:rPr lang="en-US" sz="2000" dirty="0"/>
              <a:t>. The platform addresses a common challenge faced by students who want to learn new skills but have limited access to affordable learning resources, while many students possess valuable skills that can benefit others. Most existing learning platforms primarily focus on paid courses and lack a structured environment for mutual skill sharing.</a:t>
            </a:r>
          </a:p>
          <a:p>
            <a:r>
              <a:rPr lang="en-US" sz="2000" dirty="0" err="1"/>
              <a:t>SkillSwap</a:t>
            </a:r>
            <a:r>
              <a:rPr lang="en-US" sz="2000" dirty="0"/>
              <a:t> provides a secure web-based platform where users can register and authenticate through a login and signup system. Authenticated users can list the skills they offer, explore skills shared by others, and send exchange requests based on mutual interests. Once a request is accepted, users coordinate externally to exchange knowledge, while the system tracks the progress of each exchange.</a:t>
            </a:r>
          </a:p>
          <a:p>
            <a:r>
              <a:rPr lang="en-US" sz="2000" dirty="0"/>
              <a:t>The application implements role-based access control and supports full CRUD (Create, Read, Update, Delete) operations for users, skills, and exchange requests. A relational database ensures efficient storage, retrieval, and data integrity. Additionally, an admin module allows monitoring of users and management of skill listings.</a:t>
            </a:r>
          </a:p>
          <a:p>
            <a:endParaRPr lang="en-IN" sz="2000"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7" name="Rectangle 2">
            <a:extLst>
              <a:ext uri="{FF2B5EF4-FFF2-40B4-BE49-F238E27FC236}">
                <a16:creationId xmlns:a16="http://schemas.microsoft.com/office/drawing/2014/main" id="{97C6B41F-6F19-FDB7-86F1-D0E463A04750}"/>
              </a:ext>
            </a:extLst>
          </p:cNvPr>
          <p:cNvSpPr>
            <a:spLocks noChangeArrowheads="1"/>
          </p:cNvSpPr>
          <p:nvPr/>
        </p:nvSpPr>
        <p:spPr bwMode="auto">
          <a:xfrm>
            <a:off x="326572" y="1605197"/>
            <a:ext cx="1165393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err="1"/>
              <a:t>SkillSwap</a:t>
            </a:r>
            <a:r>
              <a:rPr lang="en-US" sz="2400" dirty="0"/>
              <a:t> is a web-based peer-to-peer skill exchange platform developed using </a:t>
            </a:r>
            <a:r>
              <a:rPr lang="en-US" sz="2400" b="1" dirty="0"/>
              <a:t>Spring Boot</a:t>
            </a:r>
            <a:r>
              <a:rPr lang="en-US" sz="2400" dirty="0"/>
              <a:t> and </a:t>
            </a:r>
            <a:r>
              <a:rPr lang="en-US" sz="2400" b="1" dirty="0"/>
              <a:t>MySQL</a:t>
            </a:r>
            <a:r>
              <a:rPr lang="en-US" sz="2400" dirty="0"/>
              <a:t>. The platform enables users to exchange skills without monetary transactions.</a:t>
            </a:r>
          </a:p>
          <a:p>
            <a:r>
              <a:rPr lang="en-US" sz="2400" dirty="0"/>
              <a:t>In today’s digital era, many students want to learn new skills but cannot afford paid platforms. At the same time, many students possess valuable skills they can share. </a:t>
            </a:r>
            <a:r>
              <a:rPr lang="en-US" sz="2400" dirty="0" err="1"/>
              <a:t>SkillSwap</a:t>
            </a:r>
            <a:r>
              <a:rPr lang="en-US" sz="2400" dirty="0"/>
              <a:t> bridges this gap by creating a structured environment for mutual learning.</a:t>
            </a:r>
          </a:p>
          <a:p>
            <a:r>
              <a:rPr lang="en-US" sz="2400" dirty="0"/>
              <a:t>The system provides:</a:t>
            </a:r>
          </a:p>
          <a:p>
            <a:r>
              <a:rPr lang="en-US" sz="2400" dirty="0"/>
              <a:t>Secure user registration and login</a:t>
            </a:r>
          </a:p>
          <a:p>
            <a:r>
              <a:rPr lang="en-US" sz="2400" dirty="0"/>
              <a:t>Role-based access control</a:t>
            </a:r>
          </a:p>
          <a:p>
            <a:r>
              <a:rPr lang="en-US" sz="2400" dirty="0"/>
              <a:t>Skill listing and management</a:t>
            </a:r>
          </a:p>
          <a:p>
            <a:r>
              <a:rPr lang="en-US" sz="2400" dirty="0"/>
              <a:t>Skill exchange request system</a:t>
            </a:r>
          </a:p>
          <a:p>
            <a:r>
              <a:rPr lang="en-US" sz="2400" dirty="0"/>
              <a:t>Admin monitoring dashboard</a:t>
            </a:r>
          </a:p>
          <a:p>
            <a:r>
              <a:rPr lang="en-US" sz="2400" dirty="0"/>
              <a:t>This project demonstrates core Full Stack Development concepts such as authentication, REST API integration, database connectivity, and responsive UI design.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7C23E492-BB2B-EE45-67D0-2695C34D9DF5}"/>
              </a:ext>
            </a:extLst>
          </p:cNvPr>
          <p:cNvSpPr txBox="1"/>
          <p:nvPr/>
        </p:nvSpPr>
        <p:spPr>
          <a:xfrm>
            <a:off x="2553477" y="1742680"/>
            <a:ext cx="9638523" cy="4893647"/>
          </a:xfrm>
          <a:prstGeom prst="rect">
            <a:avLst/>
          </a:prstGeom>
          <a:noFill/>
        </p:spPr>
        <p:txBody>
          <a:bodyPr wrap="square" rtlCol="0">
            <a:spAutoFit/>
          </a:bodyPr>
          <a:lstStyle/>
          <a:p>
            <a:r>
              <a:rPr lang="en-US" sz="2400" dirty="0"/>
              <a:t>Several online platforms support learning and freelancing, such as:</a:t>
            </a:r>
          </a:p>
          <a:p>
            <a:r>
              <a:rPr lang="en-US" sz="2400" b="1" dirty="0"/>
              <a:t>Udemy</a:t>
            </a:r>
            <a:r>
              <a:rPr lang="en-US" sz="2400" dirty="0"/>
              <a:t> – Offers paid online courses.</a:t>
            </a:r>
          </a:p>
          <a:p>
            <a:r>
              <a:rPr lang="en-US" sz="2400" b="1" dirty="0"/>
              <a:t>Coursera</a:t>
            </a:r>
            <a:r>
              <a:rPr lang="en-US" sz="2400" dirty="0"/>
              <a:t> – Provides certification-based courses.</a:t>
            </a:r>
          </a:p>
          <a:p>
            <a:r>
              <a:rPr lang="en-US" sz="2400" b="1" dirty="0"/>
              <a:t>Fiverr</a:t>
            </a:r>
            <a:r>
              <a:rPr lang="en-US" sz="2400" dirty="0"/>
              <a:t> – Allows service exchange but with monetary transactions.</a:t>
            </a:r>
          </a:p>
          <a:p>
            <a:r>
              <a:rPr lang="en-US" sz="2400" b="1" dirty="0" err="1"/>
              <a:t>Skillshare</a:t>
            </a:r>
            <a:r>
              <a:rPr lang="en-US" sz="2400" dirty="0"/>
              <a:t> – Subscription-based learning platform.</a:t>
            </a:r>
          </a:p>
          <a:p>
            <a:r>
              <a:rPr lang="en-US" sz="2400" b="1" dirty="0"/>
              <a:t>Limitations of Existing Systems:</a:t>
            </a:r>
          </a:p>
          <a:p>
            <a:r>
              <a:rPr lang="en-US" sz="2400" dirty="0"/>
              <a:t>Mostly paid services</a:t>
            </a:r>
          </a:p>
          <a:p>
            <a:r>
              <a:rPr lang="en-US" sz="2400" dirty="0"/>
              <a:t>No structured peer-to-peer skill exchange</a:t>
            </a:r>
          </a:p>
          <a:p>
            <a:r>
              <a:rPr lang="en-US" sz="2400" dirty="0"/>
              <a:t>No mutual barter-based learning model</a:t>
            </a:r>
          </a:p>
          <a:p>
            <a:r>
              <a:rPr lang="en-US" sz="2400" dirty="0"/>
              <a:t>Limited focus on student collaboration</a:t>
            </a:r>
          </a:p>
          <a:p>
            <a:r>
              <a:rPr lang="en-US" sz="2400" dirty="0" err="1"/>
              <a:t>SkillSwap</a:t>
            </a:r>
            <a:r>
              <a:rPr lang="en-US" sz="2400" dirty="0"/>
              <a:t> overcomes these limitations by introducing a </a:t>
            </a:r>
            <a:r>
              <a:rPr lang="en-US" sz="2400" b="1" dirty="0"/>
              <a:t>role-based, non-monetary skill exchange system</a:t>
            </a:r>
            <a:r>
              <a:rPr lang="en-US" sz="2400" dirty="0"/>
              <a:t>.</a:t>
            </a:r>
          </a:p>
          <a:p>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7F1B9444-AC6B-6B28-C7B5-34D50D7DA596}"/>
              </a:ext>
            </a:extLst>
          </p:cNvPr>
          <p:cNvSpPr txBox="1"/>
          <p:nvPr/>
        </p:nvSpPr>
        <p:spPr>
          <a:xfrm>
            <a:off x="1688840" y="2584579"/>
            <a:ext cx="9881118" cy="3477875"/>
          </a:xfrm>
          <a:prstGeom prst="rect">
            <a:avLst/>
          </a:prstGeom>
          <a:noFill/>
        </p:spPr>
        <p:txBody>
          <a:bodyPr wrap="square" rtlCol="0">
            <a:spAutoFit/>
          </a:bodyPr>
          <a:lstStyle/>
          <a:p>
            <a:r>
              <a:rPr lang="en-US" sz="2000" dirty="0"/>
              <a:t>Many students face difficulty in accessing affordable learning resources. Existing platforms focus on paid courses and do not provide a structured system for mutual skill exchange.</a:t>
            </a:r>
          </a:p>
          <a:p>
            <a:r>
              <a:rPr lang="en-US" sz="2000" dirty="0"/>
              <a:t>There is a need for:</a:t>
            </a:r>
          </a:p>
          <a:p>
            <a:r>
              <a:rPr lang="en-US" sz="2000" dirty="0"/>
              <a:t>A secure platform</a:t>
            </a:r>
          </a:p>
          <a:p>
            <a:r>
              <a:rPr lang="en-US" sz="2000" dirty="0"/>
              <a:t>Peer-to-peer skill sharing</a:t>
            </a:r>
          </a:p>
          <a:p>
            <a:r>
              <a:rPr lang="en-US" sz="2000" dirty="0"/>
              <a:t>Role-based access control</a:t>
            </a:r>
          </a:p>
          <a:p>
            <a:r>
              <a:rPr lang="en-US" sz="2000" dirty="0"/>
              <a:t>Request tracking system</a:t>
            </a:r>
          </a:p>
          <a:p>
            <a:r>
              <a:rPr lang="en-US" sz="2000" dirty="0"/>
              <a:t>Administrative monitoring</a:t>
            </a:r>
          </a:p>
          <a:p>
            <a:r>
              <a:rPr lang="en-US" sz="2000" dirty="0" err="1"/>
              <a:t>SkillSwap</a:t>
            </a:r>
            <a:r>
              <a:rPr lang="en-US" sz="2000" dirty="0"/>
              <a:t> aims to solve this problem by creating a web-based system that allows users to exchange skills based on mutual interest without financial transactions.</a:t>
            </a:r>
          </a:p>
          <a:p>
            <a:endParaRPr lang="en-IN" sz="2000"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9" name="Picture 8">
            <a:extLst>
              <a:ext uri="{FF2B5EF4-FFF2-40B4-BE49-F238E27FC236}">
                <a16:creationId xmlns:a16="http://schemas.microsoft.com/office/drawing/2014/main" id="{63AC04C9-A8D9-2198-7FA7-559EA9B7B7B4}"/>
              </a:ext>
            </a:extLst>
          </p:cNvPr>
          <p:cNvPicPr>
            <a:picLocks noChangeAspect="1"/>
          </p:cNvPicPr>
          <p:nvPr/>
        </p:nvPicPr>
        <p:blipFill>
          <a:blip r:embed="rId2"/>
          <a:stretch>
            <a:fillRect/>
          </a:stretch>
        </p:blipFill>
        <p:spPr>
          <a:xfrm>
            <a:off x="10818466" y="4698383"/>
            <a:ext cx="1247949" cy="247685"/>
          </a:xfrm>
          <a:prstGeom prst="rect">
            <a:avLst/>
          </a:prstGeom>
        </p:spPr>
      </p:pic>
      <p:pic>
        <p:nvPicPr>
          <p:cNvPr id="1030" name="Picture 6">
            <a:extLst>
              <a:ext uri="{FF2B5EF4-FFF2-40B4-BE49-F238E27FC236}">
                <a16:creationId xmlns:a16="http://schemas.microsoft.com/office/drawing/2014/main" id="{5E435A1F-92A3-D69C-BA0E-CCB65B7FE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7054" y="1045028"/>
            <a:ext cx="6709974" cy="5255113"/>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F40072B0-0B83-D887-C666-8DA414CC5EFF}"/>
              </a:ext>
            </a:extLst>
          </p:cNvPr>
          <p:cNvGrpSpPr/>
          <p:nvPr/>
        </p:nvGrpSpPr>
        <p:grpSpPr>
          <a:xfrm>
            <a:off x="3403888" y="1051310"/>
            <a:ext cx="114120" cy="651600"/>
            <a:chOff x="3403888" y="1051310"/>
            <a:chExt cx="114120" cy="651600"/>
          </a:xfrm>
        </p:grpSpPr>
        <mc:AlternateContent xmlns:mc="http://schemas.openxmlformats.org/markup-compatibility/2006">
          <mc:Choice xmlns:p14="http://schemas.microsoft.com/office/powerpoint/2010/main" xmlns:aink="http://schemas.microsoft.com/office/drawing/2016/ink" Requires="p14 aink">
            <p:contentPart p14:bwMode="auto" r:id="rId4">
              <p14:nvContentPartPr>
                <p14:cNvPr id="6" name="Ink 5">
                  <a:extLst>
                    <a:ext uri="{FF2B5EF4-FFF2-40B4-BE49-F238E27FC236}">
                      <a16:creationId xmlns:a16="http://schemas.microsoft.com/office/drawing/2014/main" id="{8F3CCCBA-4AB7-9FA9-699A-AA1D7DA1A92D}"/>
                    </a:ext>
                  </a:extLst>
                </p14:cNvPr>
                <p14:cNvContentPartPr/>
                <p14:nvPr/>
              </p14:nvContentPartPr>
              <p14:xfrm>
                <a:off x="3517648" y="1660430"/>
                <a:ext cx="360" cy="360"/>
              </p14:xfrm>
            </p:contentPart>
          </mc:Choice>
          <mc:Fallback>
            <p:pic>
              <p:nvPicPr>
                <p:cNvPr id="6" name="Ink 5">
                  <a:extLst>
                    <a:ext uri="{FF2B5EF4-FFF2-40B4-BE49-F238E27FC236}">
                      <a16:creationId xmlns:a16="http://schemas.microsoft.com/office/drawing/2014/main" id="{8F3CCCBA-4AB7-9FA9-699A-AA1D7DA1A92D}"/>
                    </a:ext>
                  </a:extLst>
                </p:cNvPr>
                <p:cNvPicPr/>
                <p:nvPr/>
              </p:nvPicPr>
              <p:blipFill>
                <a:blip r:embed="rId5"/>
                <a:stretch>
                  <a:fillRect/>
                </a:stretch>
              </p:blipFill>
              <p:spPr>
                <a:xfrm>
                  <a:off x="3508648" y="1606790"/>
                  <a:ext cx="18000" cy="10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6">
              <p14:nvContentPartPr>
                <p14:cNvPr id="8" name="Ink 7">
                  <a:extLst>
                    <a:ext uri="{FF2B5EF4-FFF2-40B4-BE49-F238E27FC236}">
                      <a16:creationId xmlns:a16="http://schemas.microsoft.com/office/drawing/2014/main" id="{AC6FD9D5-173A-3D84-8561-EA4E13B40257}"/>
                    </a:ext>
                  </a:extLst>
                </p14:cNvPr>
                <p14:cNvContentPartPr/>
                <p14:nvPr/>
              </p14:nvContentPartPr>
              <p14:xfrm>
                <a:off x="3463648" y="1314830"/>
                <a:ext cx="54360" cy="388080"/>
              </p14:xfrm>
            </p:contentPart>
          </mc:Choice>
          <mc:Fallback>
            <p:pic>
              <p:nvPicPr>
                <p:cNvPr id="8" name="Ink 7">
                  <a:extLst>
                    <a:ext uri="{FF2B5EF4-FFF2-40B4-BE49-F238E27FC236}">
                      <a16:creationId xmlns:a16="http://schemas.microsoft.com/office/drawing/2014/main" id="{AC6FD9D5-173A-3D84-8561-EA4E13B40257}"/>
                    </a:ext>
                  </a:extLst>
                </p:cNvPr>
                <p:cNvPicPr/>
                <p:nvPr/>
              </p:nvPicPr>
              <p:blipFill>
                <a:blip r:embed="rId7"/>
                <a:stretch>
                  <a:fillRect/>
                </a:stretch>
              </p:blipFill>
              <p:spPr>
                <a:xfrm>
                  <a:off x="3454648" y="1261190"/>
                  <a:ext cx="72000" cy="4957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10" name="Ink 9">
                  <a:extLst>
                    <a:ext uri="{FF2B5EF4-FFF2-40B4-BE49-F238E27FC236}">
                      <a16:creationId xmlns:a16="http://schemas.microsoft.com/office/drawing/2014/main" id="{979E408F-A8F8-2319-487C-8E7AB9BA510F}"/>
                    </a:ext>
                  </a:extLst>
                </p14:cNvPr>
                <p14:cNvContentPartPr/>
                <p14:nvPr/>
              </p14:nvContentPartPr>
              <p14:xfrm>
                <a:off x="3403888" y="1051310"/>
                <a:ext cx="105120" cy="638640"/>
              </p14:xfrm>
            </p:contentPart>
          </mc:Choice>
          <mc:Fallback>
            <p:pic>
              <p:nvPicPr>
                <p:cNvPr id="10" name="Ink 9">
                  <a:extLst>
                    <a:ext uri="{FF2B5EF4-FFF2-40B4-BE49-F238E27FC236}">
                      <a16:creationId xmlns:a16="http://schemas.microsoft.com/office/drawing/2014/main" id="{979E408F-A8F8-2319-487C-8E7AB9BA510F}"/>
                    </a:ext>
                  </a:extLst>
                </p:cNvPr>
                <p:cNvPicPr/>
                <p:nvPr/>
              </p:nvPicPr>
              <p:blipFill>
                <a:blip r:embed="rId9"/>
                <a:stretch>
                  <a:fillRect/>
                </a:stretch>
              </p:blipFill>
              <p:spPr>
                <a:xfrm>
                  <a:off x="3395248" y="997670"/>
                  <a:ext cx="122760" cy="746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2C66992A-21CC-D2AD-5C8B-AD5F8771A11E}"/>
                  </a:ext>
                </a:extLst>
              </p14:cNvPr>
              <p14:cNvContentPartPr/>
              <p14:nvPr/>
            </p14:nvContentPartPr>
            <p14:xfrm>
              <a:off x="3657328" y="2687150"/>
              <a:ext cx="360" cy="360"/>
            </p14:xfrm>
          </p:contentPart>
        </mc:Choice>
        <mc:Fallback>
          <p:pic>
            <p:nvPicPr>
              <p:cNvPr id="12" name="Ink 11">
                <a:extLst>
                  <a:ext uri="{FF2B5EF4-FFF2-40B4-BE49-F238E27FC236}">
                    <a16:creationId xmlns:a16="http://schemas.microsoft.com/office/drawing/2014/main" id="{2C66992A-21CC-D2AD-5C8B-AD5F8771A11E}"/>
                  </a:ext>
                </a:extLst>
              </p:cNvPr>
              <p:cNvPicPr/>
              <p:nvPr/>
            </p:nvPicPr>
            <p:blipFill>
              <a:blip r:embed="rId11"/>
              <a:stretch>
                <a:fillRect/>
              </a:stretch>
            </p:blipFill>
            <p:spPr>
              <a:xfrm>
                <a:off x="3621688" y="26515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3" name="Ink 12">
                <a:extLst>
                  <a:ext uri="{FF2B5EF4-FFF2-40B4-BE49-F238E27FC236}">
                    <a16:creationId xmlns:a16="http://schemas.microsoft.com/office/drawing/2014/main" id="{398EBC01-19C4-3C2E-9925-0E529DCF2078}"/>
                  </a:ext>
                </a:extLst>
              </p14:cNvPr>
              <p14:cNvContentPartPr/>
              <p14:nvPr/>
            </p14:nvContentPartPr>
            <p14:xfrm>
              <a:off x="3160888" y="884630"/>
              <a:ext cx="630720" cy="1802880"/>
            </p14:xfrm>
          </p:contentPart>
        </mc:Choice>
        <mc:Fallback>
          <p:pic>
            <p:nvPicPr>
              <p:cNvPr id="13" name="Ink 12">
                <a:extLst>
                  <a:ext uri="{FF2B5EF4-FFF2-40B4-BE49-F238E27FC236}">
                    <a16:creationId xmlns:a16="http://schemas.microsoft.com/office/drawing/2014/main" id="{398EBC01-19C4-3C2E-9925-0E529DCF2078}"/>
                  </a:ext>
                </a:extLst>
              </p:cNvPr>
              <p:cNvPicPr/>
              <p:nvPr/>
            </p:nvPicPr>
            <p:blipFill>
              <a:blip r:embed="rId13"/>
              <a:stretch>
                <a:fillRect/>
              </a:stretch>
            </p:blipFill>
            <p:spPr>
              <a:xfrm>
                <a:off x="3124888" y="848990"/>
                <a:ext cx="702360" cy="1874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E6CE9246-631D-4006-635E-01C331FAED3A}"/>
                  </a:ext>
                </a:extLst>
              </p14:cNvPr>
              <p14:cNvContentPartPr/>
              <p14:nvPr/>
            </p14:nvContentPartPr>
            <p14:xfrm>
              <a:off x="3396328" y="755750"/>
              <a:ext cx="360" cy="360"/>
            </p14:xfrm>
          </p:contentPart>
        </mc:Choice>
        <mc:Fallback>
          <p:pic>
            <p:nvPicPr>
              <p:cNvPr id="14" name="Ink 13">
                <a:extLst>
                  <a:ext uri="{FF2B5EF4-FFF2-40B4-BE49-F238E27FC236}">
                    <a16:creationId xmlns:a16="http://schemas.microsoft.com/office/drawing/2014/main" id="{E6CE9246-631D-4006-635E-01C331FAED3A}"/>
                  </a:ext>
                </a:extLst>
              </p:cNvPr>
              <p:cNvPicPr/>
              <p:nvPr/>
            </p:nvPicPr>
            <p:blipFill>
              <a:blip r:embed="rId15"/>
              <a:stretch>
                <a:fillRect/>
              </a:stretch>
            </p:blipFill>
            <p:spPr>
              <a:xfrm>
                <a:off x="3333688" y="69275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0441EB09-9535-8F0B-FEFC-A1A7FC0C8942}"/>
                  </a:ext>
                </a:extLst>
              </p14:cNvPr>
              <p14:cNvContentPartPr/>
              <p14:nvPr/>
            </p14:nvContentPartPr>
            <p14:xfrm>
              <a:off x="3189688" y="960950"/>
              <a:ext cx="412920" cy="5842800"/>
            </p14:xfrm>
          </p:contentPart>
        </mc:Choice>
        <mc:Fallback>
          <p:pic>
            <p:nvPicPr>
              <p:cNvPr id="15" name="Ink 14">
                <a:extLst>
                  <a:ext uri="{FF2B5EF4-FFF2-40B4-BE49-F238E27FC236}">
                    <a16:creationId xmlns:a16="http://schemas.microsoft.com/office/drawing/2014/main" id="{0441EB09-9535-8F0B-FEFC-A1A7FC0C8942}"/>
                  </a:ext>
                </a:extLst>
              </p:cNvPr>
              <p:cNvPicPr/>
              <p:nvPr/>
            </p:nvPicPr>
            <p:blipFill>
              <a:blip r:embed="rId17"/>
              <a:stretch>
                <a:fillRect/>
              </a:stretch>
            </p:blipFill>
            <p:spPr>
              <a:xfrm>
                <a:off x="3126688" y="898310"/>
                <a:ext cx="538560" cy="596844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95C6FD2A-040F-43B3-2934-CA0B826D0855}"/>
              </a:ext>
            </a:extLst>
          </p:cNvPr>
          <p:cNvSpPr txBox="1"/>
          <p:nvPr/>
        </p:nvSpPr>
        <p:spPr>
          <a:xfrm>
            <a:off x="2929813" y="1679510"/>
            <a:ext cx="8415629" cy="4678204"/>
          </a:xfrm>
          <a:prstGeom prst="rect">
            <a:avLst/>
          </a:prstGeom>
          <a:noFill/>
        </p:spPr>
        <p:txBody>
          <a:bodyPr wrap="square" rtlCol="0">
            <a:spAutoFit/>
          </a:bodyPr>
          <a:lstStyle/>
          <a:p>
            <a:r>
              <a:rPr lang="en-US" sz="2000" dirty="0"/>
              <a:t>After successful implementation, the system achieved:</a:t>
            </a:r>
          </a:p>
          <a:p>
            <a:r>
              <a:rPr lang="en-US" sz="2000" dirty="0"/>
              <a:t>✅ Secure user authentication</a:t>
            </a:r>
            <a:br>
              <a:rPr lang="en-US" sz="2000" dirty="0"/>
            </a:br>
            <a:r>
              <a:rPr lang="en-US" sz="2000" dirty="0"/>
              <a:t>✅ Successful CRUD operations</a:t>
            </a:r>
            <a:br>
              <a:rPr lang="en-US" sz="2000" dirty="0"/>
            </a:br>
            <a:r>
              <a:rPr lang="en-US" sz="2000" dirty="0"/>
              <a:t>✅ Efficient database connectivity</a:t>
            </a:r>
            <a:br>
              <a:rPr lang="en-US" sz="2000" dirty="0"/>
            </a:br>
            <a:r>
              <a:rPr lang="en-US" sz="2000" dirty="0"/>
              <a:t>✅ Skill request tracking system</a:t>
            </a:r>
            <a:br>
              <a:rPr lang="en-US" sz="2000" dirty="0"/>
            </a:br>
            <a:r>
              <a:rPr lang="en-US" sz="2000" dirty="0"/>
              <a:t>✅ Admin monitoring panel</a:t>
            </a:r>
            <a:br>
              <a:rPr lang="en-US" sz="2000" dirty="0"/>
            </a:br>
            <a:r>
              <a:rPr lang="en-US" sz="2000" dirty="0"/>
              <a:t>✅ Responsive user interface</a:t>
            </a:r>
          </a:p>
          <a:p>
            <a:r>
              <a:rPr lang="en-US" sz="2000" b="1" dirty="0"/>
              <a:t>Observed Outcomes:</a:t>
            </a:r>
          </a:p>
          <a:p>
            <a:r>
              <a:rPr lang="en-US" sz="2000" dirty="0"/>
              <a:t>Smooth frontend-backend communication via REST APIs</a:t>
            </a:r>
          </a:p>
          <a:p>
            <a:r>
              <a:rPr lang="en-US" sz="2000" dirty="0"/>
              <a:t>Proper role-based access control</a:t>
            </a:r>
          </a:p>
          <a:p>
            <a:r>
              <a:rPr lang="en-US" sz="2000" dirty="0"/>
              <a:t>Efficient data storage and retrieval</a:t>
            </a:r>
          </a:p>
          <a:p>
            <a:r>
              <a:rPr lang="en-US" sz="2000" dirty="0"/>
              <a:t>Reduced dependency on paid learning platforms</a:t>
            </a:r>
          </a:p>
          <a:p>
            <a:r>
              <a:rPr lang="en-US" sz="2000" dirty="0"/>
              <a:t>The system was tested for functionality, usability, and performance, and all modules worked as expected.</a:t>
            </a:r>
          </a:p>
          <a:p>
            <a:endParaRPr lang="en-IN" sz="2000"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95875BDA-E4FB-1D18-A877-29139E7FB5FE}"/>
                  </a:ext>
                </a:extLst>
              </p14:cNvPr>
              <p14:cNvContentPartPr/>
              <p14:nvPr/>
            </p14:nvContentPartPr>
            <p14:xfrm>
              <a:off x="5579728" y="2341550"/>
              <a:ext cx="360" cy="360"/>
            </p14:xfrm>
          </p:contentPart>
        </mc:Choice>
        <mc:Fallback>
          <p:pic>
            <p:nvPicPr>
              <p:cNvPr id="5" name="Ink 4">
                <a:extLst>
                  <a:ext uri="{FF2B5EF4-FFF2-40B4-BE49-F238E27FC236}">
                    <a16:creationId xmlns:a16="http://schemas.microsoft.com/office/drawing/2014/main" id="{95875BDA-E4FB-1D18-A877-29139E7FB5FE}"/>
                  </a:ext>
                </a:extLst>
              </p:cNvPr>
              <p:cNvPicPr/>
              <p:nvPr/>
            </p:nvPicPr>
            <p:blipFill>
              <a:blip r:embed="rId3"/>
              <a:stretch>
                <a:fillRect/>
              </a:stretch>
            </p:blipFill>
            <p:spPr>
              <a:xfrm>
                <a:off x="5517088" y="227891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ACF4C534-273E-4D80-828E-1DF4EED39242}"/>
                  </a:ext>
                </a:extLst>
              </p14:cNvPr>
              <p14:cNvContentPartPr/>
              <p14:nvPr/>
            </p14:nvContentPartPr>
            <p14:xfrm>
              <a:off x="7053928" y="3452121"/>
              <a:ext cx="360" cy="360"/>
            </p14:xfrm>
          </p:contentPart>
        </mc:Choice>
        <mc:Fallback>
          <p:pic>
            <p:nvPicPr>
              <p:cNvPr id="6" name="Ink 5">
                <a:extLst>
                  <a:ext uri="{FF2B5EF4-FFF2-40B4-BE49-F238E27FC236}">
                    <a16:creationId xmlns:a16="http://schemas.microsoft.com/office/drawing/2014/main" id="{ACF4C534-273E-4D80-828E-1DF4EED39242}"/>
                  </a:ext>
                </a:extLst>
              </p:cNvPr>
              <p:cNvPicPr/>
              <p:nvPr/>
            </p:nvPicPr>
            <p:blipFill>
              <a:blip r:embed="rId3"/>
              <a:stretch>
                <a:fillRect/>
              </a:stretch>
            </p:blipFill>
            <p:spPr>
              <a:xfrm>
                <a:off x="6990928" y="3389121"/>
                <a:ext cx="126000" cy="126000"/>
              </a:xfrm>
              <a:prstGeom prst="rect">
                <a:avLst/>
              </a:prstGeom>
            </p:spPr>
          </p:pic>
        </mc:Fallback>
      </mc:AlternateContent>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03B0BE33-A0A9-C039-575F-22458FAF61EC}"/>
              </a:ext>
            </a:extLst>
          </p:cNvPr>
          <p:cNvSpPr txBox="1"/>
          <p:nvPr/>
        </p:nvSpPr>
        <p:spPr>
          <a:xfrm>
            <a:off x="2220687" y="979714"/>
            <a:ext cx="9286486" cy="6463308"/>
          </a:xfrm>
          <a:prstGeom prst="rect">
            <a:avLst/>
          </a:prstGeom>
          <a:noFill/>
        </p:spPr>
        <p:txBody>
          <a:bodyPr wrap="square" rtlCol="0">
            <a:spAutoFit/>
          </a:bodyPr>
          <a:lstStyle/>
          <a:p>
            <a:r>
              <a:rPr lang="en-US" b="1" dirty="0"/>
              <a:t>🖥️ Hardware Requirements</a:t>
            </a:r>
          </a:p>
          <a:p>
            <a:r>
              <a:rPr lang="en-US" dirty="0"/>
              <a:t>Processor: Intel i3 or above</a:t>
            </a:r>
          </a:p>
          <a:p>
            <a:r>
              <a:rPr lang="en-US" dirty="0"/>
              <a:t>RAM: Minimum 4 GB</a:t>
            </a:r>
          </a:p>
          <a:p>
            <a:r>
              <a:rPr lang="en-US" dirty="0"/>
              <a:t>Hard Disk: 20 GB free space</a:t>
            </a:r>
          </a:p>
          <a:p>
            <a:r>
              <a:rPr lang="en-US" dirty="0"/>
              <a:t>Internet Connection</a:t>
            </a:r>
          </a:p>
          <a:p>
            <a:endParaRPr lang="en-IN" dirty="0"/>
          </a:p>
          <a:p>
            <a:r>
              <a:rPr lang="en-IN" b="1" dirty="0"/>
              <a:t>Backend:</a:t>
            </a:r>
          </a:p>
          <a:p>
            <a:r>
              <a:rPr lang="en-IN" dirty="0"/>
              <a:t>Java (JDK 8 or above)</a:t>
            </a:r>
          </a:p>
          <a:p>
            <a:r>
              <a:rPr lang="en-IN" b="1" dirty="0"/>
              <a:t>Spring Boot</a:t>
            </a:r>
            <a:endParaRPr lang="en-IN" dirty="0"/>
          </a:p>
          <a:p>
            <a:r>
              <a:rPr lang="en-IN" b="1" dirty="0"/>
              <a:t>Spring Data JPA</a:t>
            </a:r>
            <a:endParaRPr lang="en-IN" dirty="0"/>
          </a:p>
          <a:p>
            <a:r>
              <a:rPr lang="en-IN" dirty="0"/>
              <a:t>REST APIs</a:t>
            </a:r>
          </a:p>
          <a:p>
            <a:r>
              <a:rPr lang="en-IN" b="1" dirty="0"/>
              <a:t>Database:</a:t>
            </a:r>
          </a:p>
          <a:p>
            <a:r>
              <a:rPr lang="en-IN" b="1" dirty="0"/>
              <a:t>MySQL</a:t>
            </a:r>
            <a:endParaRPr lang="en-IN" dirty="0"/>
          </a:p>
          <a:p>
            <a:r>
              <a:rPr lang="en-IN" b="1" dirty="0"/>
              <a:t>Frontend:</a:t>
            </a:r>
          </a:p>
          <a:p>
            <a:r>
              <a:rPr lang="en-IN" dirty="0"/>
              <a:t>HTML</a:t>
            </a:r>
          </a:p>
          <a:p>
            <a:r>
              <a:rPr lang="en-IN" dirty="0"/>
              <a:t>CSS</a:t>
            </a:r>
          </a:p>
          <a:p>
            <a:r>
              <a:rPr lang="en-IN" dirty="0"/>
              <a:t>JavaScript</a:t>
            </a:r>
          </a:p>
          <a:p>
            <a:r>
              <a:rPr lang="en-IN" dirty="0"/>
              <a:t>Bootstrap</a:t>
            </a:r>
          </a:p>
          <a:p>
            <a:r>
              <a:rPr lang="en-IN" b="1" dirty="0"/>
              <a:t>Development Tools:</a:t>
            </a:r>
            <a:endParaRPr lang="en-IN" dirty="0"/>
          </a:p>
          <a:p>
            <a:r>
              <a:rPr lang="en-IN" b="1" dirty="0"/>
              <a:t>Eclipse IDE</a:t>
            </a:r>
            <a:r>
              <a:rPr lang="en-IN" dirty="0"/>
              <a:t> </a:t>
            </a:r>
          </a:p>
          <a:p>
            <a:r>
              <a:rPr lang="en-IN" b="1" dirty="0"/>
              <a:t>Visual Studio Code</a:t>
            </a:r>
            <a:endParaRPr lang="en-IN" dirty="0"/>
          </a:p>
          <a:p>
            <a:endParaRPr lang="en-IN" dirty="0"/>
          </a:p>
          <a:p>
            <a:endParaRPr lang="en-IN" dirty="0"/>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B73470C7-6E74-D100-3A0B-0013882CBA3C}"/>
              </a:ext>
            </a:extLst>
          </p:cNvPr>
          <p:cNvSpPr txBox="1"/>
          <p:nvPr/>
        </p:nvSpPr>
        <p:spPr>
          <a:xfrm>
            <a:off x="2804929" y="1623526"/>
            <a:ext cx="7992922" cy="4093428"/>
          </a:xfrm>
          <a:prstGeom prst="rect">
            <a:avLst/>
          </a:prstGeom>
          <a:noFill/>
        </p:spPr>
        <p:txBody>
          <a:bodyPr wrap="square" rtlCol="0">
            <a:spAutoFit/>
          </a:bodyPr>
          <a:lstStyle/>
          <a:p>
            <a:r>
              <a:rPr lang="en-US" sz="2000" dirty="0" err="1"/>
              <a:t>SkillSwap</a:t>
            </a:r>
            <a:r>
              <a:rPr lang="en-US" sz="2000" dirty="0"/>
              <a:t> successfully implements a role-based peer-to-peer skill exchange system using modern full-stack technologies.</a:t>
            </a:r>
          </a:p>
          <a:p>
            <a:r>
              <a:rPr lang="en-US" sz="2000" dirty="0"/>
              <a:t>The platform:</a:t>
            </a:r>
          </a:p>
          <a:p>
            <a:r>
              <a:rPr lang="en-US" sz="2000" dirty="0"/>
              <a:t>Enables collaborative learning</a:t>
            </a:r>
          </a:p>
          <a:p>
            <a:r>
              <a:rPr lang="en-US" sz="2000" dirty="0"/>
              <a:t>Eliminates financial barriers</a:t>
            </a:r>
          </a:p>
          <a:p>
            <a:r>
              <a:rPr lang="en-US" sz="2000" dirty="0"/>
              <a:t>Ensures secure authentication</a:t>
            </a:r>
          </a:p>
          <a:p>
            <a:r>
              <a:rPr lang="en-US" sz="2000" dirty="0"/>
              <a:t>Supports efficient database management</a:t>
            </a:r>
          </a:p>
          <a:p>
            <a:r>
              <a:rPr lang="en-US" sz="2000" dirty="0"/>
              <a:t>Provides admin control for system monitoring</a:t>
            </a:r>
          </a:p>
          <a:p>
            <a:r>
              <a:rPr lang="en-US" sz="2000" dirty="0"/>
              <a:t>This project demonstrates strong understanding of backend development, database integration, RESTful services, and frontend design. </a:t>
            </a:r>
            <a:r>
              <a:rPr lang="en-US" sz="2000" dirty="0" err="1"/>
              <a:t>SkillSwap</a:t>
            </a:r>
            <a:r>
              <a:rPr lang="en-US" sz="2000" dirty="0"/>
              <a:t> is scalable and can be extended with features like chat integration, notifications, mobile app support, and rating systems.</a:t>
            </a:r>
          </a:p>
          <a:p>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E7237A-BE54-7EE9-5F29-52F0E4363CE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29757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796</Words>
  <Application>Microsoft Office PowerPoint</Application>
  <PresentationFormat>Widescreen</PresentationFormat>
  <Paragraphs>102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FULL STACK APPLICATION DEVELOPMENT (24SDCS02)  Skill Swap-A role based exchange system using java&amp;springboot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ADITYA M</cp:lastModifiedBy>
  <cp:revision>23</cp:revision>
  <dcterms:created xsi:type="dcterms:W3CDTF">2024-08-29T05:25:00Z</dcterms:created>
  <dcterms:modified xsi:type="dcterms:W3CDTF">2026-02-20T08:42:01Z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